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792" y="566928"/>
            <a:ext cx="502920" cy="502920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5FC"/>
                </a:solidFill>
                <a:latin typeface="Arial"/>
              </a:defRPr>
            </a:pPr>
            <a: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21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5FC"/>
                </a:solidFill>
                <a:latin typeface="Arial"/>
              </a:defRPr>
            </a:pPr>
            <a:r>
              <a:t>FinView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8778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5FC"/>
                </a:solidFill>
                <a:latin typeface="Arial"/>
              </a:defRPr>
            </a:pPr>
            <a:r>
              <a:t>Estrutura, Fluxos e Arquitetura da 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7B9D7"/>
                </a:solidFill>
                <a:latin typeface="Arial"/>
              </a:defRPr>
            </a:pPr>
            <a:r>
              <a:t>Apresentação técnica do projeto Django com dashboard financeiro e análise por IA Groq.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005072"/>
            <a:ext cx="1115568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5FC"/>
                </a:solidFill>
                <a:latin typeface="Arial"/>
              </a:defRPr>
            </a:pPr>
            <a:r>
              <a:t>Django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7128" y="4005072"/>
            <a:ext cx="1115568" cy="34747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5FC"/>
                </a:solidFill>
                <a:latin typeface="Arial"/>
              </a:defRPr>
            </a:pPr>
            <a: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4005072"/>
            <a:ext cx="1115568" cy="347472"/>
          </a:xfrm>
          <a:prstGeom prst="round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5FC"/>
                </a:solidFill>
                <a:latin typeface="Arial"/>
              </a:defRPr>
            </a:pPr>
            <a:r>
              <a:t>Groq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768" y="4005072"/>
            <a:ext cx="1115568" cy="34747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5FC"/>
                </a:solidFill>
                <a:latin typeface="Arial"/>
              </a:defRPr>
            </a:pPr>
            <a:r>
              <a:t>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Objetivo da Aplicação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Qual problema o FinView AI resolve e quais recursos entrega.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O que o sistema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20824"/>
            <a:ext cx="48006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Organiza renda e despesas por mês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Calcula saldo, percentual comprometido e score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Agrupa despesas por categoria, prioridade e recorrência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Usa IA para interpretar o mês conforme o objetivo financeiro do usuário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73152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8191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Por que é útil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20824"/>
            <a:ext cx="480060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Transforma lançamentos manuais em indicadores visuais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Ajuda o usuário a enxergar riscos de orçamento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Conecta dados financeiros ao objetivo escolhido no cadastro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Entrega uma análise textual objetiva dentro do painel lateral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Estrutura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Visão de alto nível dos diretórios e responsabilidades.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40680" cy="48920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5FC"/>
                </a:solidFill>
                <a:latin typeface="Arial"/>
              </a:defRPr>
            </a:pPr>
            <a:r>
              <a:t>Árvore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47672"/>
            <a:ext cx="502920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869">
                <a:solidFill>
                  <a:srgbClr val="C7B9D7"/>
                </a:solidFill>
                <a:latin typeface="Courier New"/>
              </a:defRPr>
            </a:pPr>
            <a:r>
              <a:rPr sz="1500" b="1">
                <a:solidFill>
                  <a:srgbClr val="F5F0FF"/>
                </a:solidFill>
                <a:latin typeface="Courier New"/>
              </a:rPr>
              <a:t>FinView_Ai/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config/              settings, urls, wsgi, asgi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gastos/              models, views, urls, IA, testes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templates/gastos/    telas e partials HTML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static/assets/       CSS e JavaScript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docs/                documentação e artefatos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build.sh             comandos de build no Render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render.yaml          blueprint de deploy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requirements.txt     dependências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DACFEA"/>
                </a:solidFill>
                <a:latin typeface="Courier New"/>
              </a:rPr>
              <a:t>|-- manage.py            comandos Django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57800" cy="48920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73152" cy="4892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Leitura da 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9384"/>
            <a:ext cx="4846320" cy="4142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config/ guarda a configuração do projeto Django</a:t>
            </a:r>
          </a:p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gastos/ concentra a regra de negócio do produto</a:t>
            </a:r>
          </a:p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templates/ define a interface renderizada pelo backend</a:t>
            </a:r>
          </a:p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static/ adiciona visual, máscara monetária e painel da IA</a:t>
            </a:r>
          </a:p>
          <a:p>
            <a:pPr>
              <a:spcAft>
                <a:spcPts val="8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rPr sz="1400"/>
              <a:t>• docs/ guarda a documentação técnica gerada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Arquivos de Raiz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Arquivos operacionais que sustentam execução local e deploy.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47472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Execução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9384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manage.py executa comandos Django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db.sqlite3 é banco local de desenvolvimento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.env guarda segredos locais e não deve ser versionado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.env.example documenta variáveis esperadas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7472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Dependências e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9384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requirements.txt lista pacotes Python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build.sh instala dependências, coleta estáticos e roda migrações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Procfile define comando web com Gunicorn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325880"/>
            <a:ext cx="347472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73152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9384"/>
            <a:ext cx="3063239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render.yaml define serviço no Render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DATABASE_URL aponta para PostgreSQL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GROQ_API_KEY ativa a IA em produção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WhiteNoise entrega arquivos estáticos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Camada config/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Configuração central do Django e entrada da aplicação em produção.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480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settings.py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Lê variáveis com django-environ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Configura apps, middleware, templates e banco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Define static files com WhiteNoise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Configura segurança, SSL, HSTS e cookies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Lê GROQ_API_KEY e GROQ_MODEL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urls.py, wsgi.py e asgi.py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urls.py direciona /admin/ e inclui gastos.urls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wsgi.py é a entrada usada pelo Gunicorn no Render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asgi.py fica disponível para usos assíncronos futuros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O deploy atual usa config.wsgi:application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App gastos/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Aplicação principal: dados financeiros, telas, IA e regras de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74720" cy="4663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73152" cy="4663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9903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37944"/>
            <a:ext cx="3063239" cy="391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UserProfile guarda objetivo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MonthlyIncome guarda rendas mensais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Expense guarda despesas, categoria, recorrência e prioridade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Signals criam perfil automaticamente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34440"/>
            <a:ext cx="3474720" cy="4663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234440"/>
            <a:ext cx="73152" cy="4663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39903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Views e URLs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837944"/>
            <a:ext cx="3063239" cy="391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Autenticação e cadastro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Dashboard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Tela mensal de renda/despesas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CRUD de despesas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Endpoint /ai/insight/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234440"/>
            <a:ext cx="3474720" cy="4663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234440"/>
            <a:ext cx="73152" cy="466344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9903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IA e testes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837944"/>
            <a:ext cx="3063239" cy="391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ia.py encapsula Groq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Contexto financeiro é montado em views.py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tests.py cobre integração, renda mensal e fallback de banco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Migrações evoluem o schema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Templates e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Como a interface é montada e onde ficam os comportamentos do frontend.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Templates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base.html define a estrutura base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app.html define layout interno autenticado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monthly.html cuida da visão mensal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dashboard.html exibe indicadores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partials reaproveitam sidebar, menu mobile e painel 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12080" cy="44805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480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CSS e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800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styles.css define tema escuro e layout responsivo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app.js controla painel da IA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app.js formata valores monetários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Resposta da IA é renderizada em tópicos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Cache busting força app.js atualizado no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Fluxograma - Fluxo do Usuário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Jornada funcional do usuário dentro do FinView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243584" cy="566928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Landing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46504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30552" y="1828800"/>
            <a:ext cx="1243584" cy="566928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Cadastro/Login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74136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58184" y="1828800"/>
            <a:ext cx="1243584" cy="566928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Objetivo financeiro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01768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85816" y="1828800"/>
            <a:ext cx="1243584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Renda mensal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29400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013448" y="1828800"/>
            <a:ext cx="1243584" cy="566928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Despesas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57031" y="2112264"/>
            <a:ext cx="384049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41080" y="1828800"/>
            <a:ext cx="1243584" cy="56692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Dashboard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84664" y="2112264"/>
            <a:ext cx="384048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68712" y="1828800"/>
            <a:ext cx="1243584" cy="566928"/>
          </a:xfrm>
          <a:prstGeom prst="round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19" b="1">
                <a:solidFill>
                  <a:srgbClr val="F8F5FC"/>
                </a:solidFill>
                <a:latin typeface="Arial"/>
              </a:defRPr>
            </a:pPr>
            <a:r>
              <a:t>Painel 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37560"/>
            <a:ext cx="5212080" cy="178308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337560"/>
            <a:ext cx="73152" cy="1783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021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Decisões do usuário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41063"/>
            <a:ext cx="48006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Criar conta ou fazer login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Escolher objetivo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Definir renda fixa ou variável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Classificar cada despesa corretamente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337560"/>
            <a:ext cx="5212080" cy="178308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337560"/>
            <a:ext cx="73152" cy="178308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5021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Saídas percebidas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41063"/>
            <a:ext cx="480060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Resumo mensal, dashboard, histórico, score e análise por IA alinhada ao objetivo financeiro.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Fluxograma - Fluxo Interno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Caminho técnico de uma ação do usuário até banco, dashboard e 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298448" cy="53035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Formulário HTML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14600" y="1600200"/>
            <a:ext cx="1298448" cy="53035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app.js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130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1600200"/>
            <a:ext cx="1298448" cy="53035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gastos/urls.py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418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600200"/>
            <a:ext cx="1298448" cy="53035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views.py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706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1600200"/>
            <a:ext cx="1298448" cy="5303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Models / ORM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99448" y="1865376"/>
            <a:ext cx="530352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29800" y="1600200"/>
            <a:ext cx="1298448" cy="5303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Banco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2926080"/>
            <a:ext cx="1600200" cy="530352"/>
          </a:xfrm>
          <a:prstGeom prst="round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gastos/ia.py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926080"/>
            <a:ext cx="1600200" cy="530352"/>
          </a:xfrm>
          <a:prstGeom prst="roundRect">
            <a:avLst/>
          </a:prstGeom>
          <a:solidFill>
            <a:srgbClr val="D946EF"/>
          </a:solidFill>
          <a:ln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Groq 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0" y="3191256"/>
            <a:ext cx="502920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2139696"/>
            <a:ext cx="841248" cy="786384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3977639"/>
            <a:ext cx="5166360" cy="1234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77639"/>
            <a:ext cx="73152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4223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Tratamento monetário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81144"/>
            <a:ext cx="47548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 tela exibe R$ em formato brasileiro e envia Decimal parseável para o Django.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77639"/>
            <a:ext cx="5166360" cy="12344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77639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4223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Proteção contra erro 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81144"/>
            <a:ext cx="475488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Se o banco legado bloquear múltiplas rendas, o sistema soma ao registro existente.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Fluxograma - Modelo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Relação entre usuário, perfil, renda, despesas e análise.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ABEDB"/>
                </a:solidFill>
                <a:latin typeface="Aptos"/>
              </a:rPr>
              <a:t>USUÁRIO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33502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ABEDB"/>
                </a:solidFill>
                <a:latin typeface="Aptos"/>
              </a:rPr>
              <a:t>MODELOS DJANGO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335024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ABEDB"/>
                </a:solidFill>
                <a:latin typeface="Aptos"/>
              </a:rPr>
              <a:t>PROCESSAMENTO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335024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ABEDB"/>
                </a:solidFill>
                <a:latin typeface="Aptos"/>
              </a:rPr>
              <a:t>SAÍDAS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70632"/>
            <a:ext cx="1481328" cy="640080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auth.User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dono dos dados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600200"/>
            <a:ext cx="2139696" cy="585216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UserProfile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objetivo geral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404872"/>
            <a:ext cx="2139696" cy="585216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MonthlyIncome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renda por mês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209544"/>
            <a:ext cx="2139696" cy="585216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Expense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despesas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4014215"/>
            <a:ext cx="2139696" cy="585216"/>
          </a:xfrm>
          <a:prstGeom prst="roundRect">
            <a:avLst/>
          </a:prstGeom>
          <a:solidFill>
            <a:srgbClr val="F79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FinancialGoal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meta mensurável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993392"/>
            <a:ext cx="2121408" cy="658368"/>
          </a:xfrm>
          <a:prstGeom prst="roundRect">
            <a:avLst/>
          </a:prstGeom>
          <a:solidFill>
            <a:srgbClr val="24C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views.py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agrega mês e meta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255264"/>
            <a:ext cx="2121408" cy="658368"/>
          </a:xfrm>
          <a:prstGeom prst="roundRect">
            <a:avLst/>
          </a:prstGeom>
          <a:solidFill>
            <a:srgbClr val="24C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Contexto para IA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dados + metas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7072" y="1993392"/>
            <a:ext cx="2084831" cy="658368"/>
          </a:xfrm>
          <a:prstGeom prst="roundRect">
            <a:avLst/>
          </a:prstGeom>
          <a:solidFill>
            <a:srgbClr val="3D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Dashboard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indicadores + meta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7072" y="3255264"/>
            <a:ext cx="2084831" cy="658368"/>
          </a:xfrm>
          <a:prstGeom prst="roundRect">
            <a:avLst/>
          </a:prstGeom>
          <a:solidFill>
            <a:srgbClr val="D33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50" b="1">
                <a:solidFill>
                  <a:srgbClr val="F6F1FF"/>
                </a:solidFill>
                <a:latin typeface="Aptos"/>
              </a:rPr>
              <a:t>Análise Groq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F6F1FF"/>
                </a:solidFill>
                <a:latin typeface="Aptos"/>
              </a:rPr>
              <a:t>plano de ação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139696" y="1892808"/>
            <a:ext cx="557784" cy="1197864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39696" y="2697480"/>
            <a:ext cx="557784" cy="393192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39696" y="3090672"/>
            <a:ext cx="557784" cy="411480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39696" y="3090672"/>
            <a:ext cx="557784" cy="1216151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37176" y="1892808"/>
            <a:ext cx="740664" cy="429768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837176" y="2322576"/>
            <a:ext cx="740664" cy="374904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37176" y="2322576"/>
            <a:ext cx="740664" cy="1179576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837176" y="2322576"/>
            <a:ext cx="740664" cy="1984247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37176" y="1892808"/>
            <a:ext cx="740664" cy="1691640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37176" y="2697480"/>
            <a:ext cx="740664" cy="886968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37176" y="3502152"/>
            <a:ext cx="740664" cy="82296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837176" y="3584448"/>
            <a:ext cx="740664" cy="722375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99248" y="2322576"/>
            <a:ext cx="877824" cy="0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699248" y="3584448"/>
            <a:ext cx="877824" cy="0"/>
          </a:xfrm>
          <a:prstGeom prst="line">
            <a:avLst/>
          </a:prstGeom>
          <a:ln w="14604">
            <a:solidFill>
              <a:srgbClr val="CAB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60120" y="4956048"/>
            <a:ext cx="9829800" cy="512064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CABEDB"/>
                </a:solidFill>
                <a:latin typeface="Aptos"/>
              </a:rPr>
              <a:t>FinancialGoal transforma o objetivo do usuário em uma meta concreta para o dashboard e para a análise da 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Integração com IA Groq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 IA recebe apenas o contexto financeiro necessário para gerar o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38912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Contexto enviado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4632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Objetivo financeiro do usuário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Mês de referência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Renda cadastrada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Total de despesas e saldo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Categorias e prioridades do mês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Resposta esperada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84632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Português do Brasil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Tópicos curtos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Análise ligada ao objetivo financeiro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Ação prática para o mês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Mensagem amigável se a IA estiver indisponível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Deploy no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Como o projeto sai do GitHub e roda em produção.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325880" cy="530352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GitHub push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185416"/>
            <a:ext cx="502920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8880" y="1920240"/>
            <a:ext cx="1325880" cy="530352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Render build.sh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2185416"/>
            <a:ext cx="502920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1920240"/>
            <a:ext cx="1325880" cy="53035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pip install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2185416"/>
            <a:ext cx="502920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0" y="1920240"/>
            <a:ext cx="1325880" cy="53035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collectstatic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2185416"/>
            <a:ext cx="502919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955279" y="1920240"/>
            <a:ext cx="1325880" cy="53035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migrate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81159" y="2185416"/>
            <a:ext cx="502921" cy="0"/>
          </a:xfrm>
          <a:prstGeom prst="line">
            <a:avLst/>
          </a:prstGeom>
          <a:ln w="15875">
            <a:solidFill>
              <a:srgbClr val="C7B9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84080" y="1920240"/>
            <a:ext cx="1325880" cy="530352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80" b="1">
                <a:solidFill>
                  <a:srgbClr val="F8F5FC"/>
                </a:solidFill>
                <a:latin typeface="Arial"/>
              </a:defRPr>
            </a:pPr>
            <a:r>
              <a:t>Gunicorn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37560"/>
            <a:ext cx="5074920" cy="17373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3756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021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Variáveis obrigatórias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41063"/>
            <a:ext cx="46634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SECRET_KEY, DATABASE_URL, ALLOWED_HOSTS, CSRF_TRUSTED_ORIGINS, GROQ_API_KEY, GROQ_MODEL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37560"/>
            <a:ext cx="5074920" cy="173736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3756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021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Papel da infraestrutura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41063"/>
            <a:ext cx="466344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PostgreSQL persiste dados, WhiteNoise serve estáticos e Gunicorn executa a aplicação Django.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Segurança e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Cuidados para evitar incidentes e regressões.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434340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343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Segurança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9384"/>
            <a:ext cx="484632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Nunca versionar .env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Rotacionar chaves expostas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Não tratar db.sqlite3 como produção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Manter variáveis no Render atualizadas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Evitar colocar segredos em documentação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434340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343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Checklist antes de subir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484632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python3 manage.py check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python3 manage.py test gastos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git status para conferir arquivos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Confirmar que .env não está rastreado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Acompanhar deploy e logs no Render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Pontos de Manutenção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Arquivos que exigem mais atenção ao evoluir o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566160" cy="44348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73152" cy="4434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Regras financeiras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9384"/>
            <a:ext cx="3154679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gastos/views.py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gastos/models.py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gastos/migrations/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gastos/tests.py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66160" cy="44348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73152" cy="4434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9047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9384"/>
            <a:ext cx="3154679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templates/gastos/monthly.html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templates/gastos/dashboard.html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templates/gastos/partials/ai_panel.html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static/assets/js/app.js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static/assets/css/styles.css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566160" cy="443484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73152" cy="4434840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90472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Deploy/IA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29384"/>
            <a:ext cx="3154679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config/settings.py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render.yaml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build.sh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gastos/ia.py</a:t>
            </a:r>
          </a:p>
          <a:p>
            <a:pPr>
              <a:spcAft>
                <a:spcPts val="400"/>
              </a:spcAft>
              <a:defRPr sz="1100">
                <a:solidFill>
                  <a:srgbClr val="C7B9D7"/>
                </a:solidFill>
                <a:latin typeface="Arial"/>
              </a:defRPr>
            </a:pPr>
            <a:r>
              <a:t>• Variáveis do Render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A estrutura implementada está pronta para documentação e apresentação técnica.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73152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581912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Mensagem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20824"/>
            <a:ext cx="99212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O projeto usa Django como núcleo da aplicação, com o app gastos concentrando as regras financeiras.</a:t>
            </a:r>
          </a:p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O fluxo do usuário cobre cadastro, renda, despesas, dashboard e análise por IA.</a:t>
            </a:r>
          </a:p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O fluxo interno conecta templates, JavaScript, views, ORM, PostgreSQL e Groq.</a:t>
            </a:r>
          </a:p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O deploy no Render usa Gunicorn, WhiteNoise, migrations automáticas e variáveis de ambiente.</a:t>
            </a:r>
          </a:p>
          <a:p>
            <a:pPr>
              <a:spcAft>
                <a:spcPts val="400"/>
              </a:spcAft>
              <a:defRPr sz="1080">
                <a:solidFill>
                  <a:srgbClr val="C7B9D7"/>
                </a:solidFill>
                <a:latin typeface="Arial"/>
              </a:defRPr>
            </a:pPr>
            <a:r>
              <a:t>• A documentação em PDF e esta apresentação servem como material de onboarding e defesa técnica.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8F5FC"/>
                </a:solidFill>
                <a:latin typeface="Arial"/>
              </a:defRPr>
            </a:pPr>
            <a:r>
              <a:t>Ferramenta Principal de Apoio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B9D7"/>
                </a:solidFill>
                <a:latin typeface="Arial"/>
              </a:defRPr>
            </a:pPr>
            <a:r>
              <a:t>Como o Codex foi utilizado na construção, documentação e ajustes do projeto.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7B9D7"/>
                </a:solidFill>
                <a:latin typeface="Arial"/>
              </a:defRPr>
            </a:pPr>
            <a:r>
              <a:t>FinView AI - Apresentação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465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C7B9D7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Ferramenta utilizada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48463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Codex foi usado como ferramenta principal de apoio ao desenvolvimento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Atuou na inspeção do repositório, ajustes de código, testes e documentação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Ajudou a gerar PDFs, apresentação e materiais técnicos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Também apoiou troubleshooting de deploy, banco, Groq AI e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257800" cy="4389120"/>
          </a:xfrm>
          <a:prstGeom prst="roundRect">
            <a:avLst/>
          </a:prstGeom>
          <a:solidFill>
            <a:srgbClr val="231431"/>
          </a:solidFill>
          <a:ln w="12700">
            <a:solidFill>
              <a:srgbClr val="5D4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73152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F8F5FC"/>
                </a:solidFill>
                <a:latin typeface="Arial"/>
              </a:defRPr>
            </a:pPr>
            <a:r>
              <a:t>Modelo de linguagem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47672"/>
            <a:ext cx="484632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Modelo informado: Codex, agente baseado em GPT-5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Uso restrito ao apoio de engenharia, documentação e automação local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A aplicação em produção não roda no Codex</a:t>
            </a:r>
          </a:p>
          <a:p>
            <a:pPr>
              <a:spcAft>
                <a:spcPts val="400"/>
              </a:spcAft>
              <a:defRPr sz="1110">
                <a:solidFill>
                  <a:srgbClr val="C7B9D7"/>
                </a:solidFill>
                <a:latin typeface="Arial"/>
              </a:defRPr>
            </a:pPr>
            <a:r>
              <a:t>• Em produção, o sistema roda em Django, Gunicorn, PostgreSQL, WhiteNoise e Groq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4A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0FF"/>
                </a:solidFill>
                <a:latin typeface="Aptos"/>
              </a:rPr>
              <a:t>Principais Prompts Utilizados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C5B8D7"/>
                </a:solidFill>
                <a:latin typeface="Aptos"/>
              </a:rPr>
              <a:t>Pedidos que guiaram deploy, IA e experiência do usuário.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C5B8D7"/>
                </a:solidFill>
                <a:latin typeface="Aptos"/>
              </a:rPr>
              <a:t>FinView AI - Apresentação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C5B8D7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Deploy e produção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"deixa o código pronto pra deploy no render pf"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"já deixa tudo configurado"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"css não subiu ainda"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Render, Gunicorn, WhiteNoise, PostgreSQL e static files ajustados.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Integração com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"me ajuda a configura a integração com a groq AI"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"informa que analise foi gerada por IA"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"a analise do gasto está alinhado com o objetivo?"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Groq AI conectada ao objetivo financeiro e ao painel de análise.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7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"avise que essa informação será importante para analise da IA"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"ordenar em tópicos"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"se eu digitar 1500, ajusta para 1.500,00"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cadastro mais claro, resposta em tópicos e máscara monetária.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4A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0FF"/>
                </a:solidFill>
                <a:latin typeface="Aptos"/>
              </a:rPr>
              <a:t>Prompts de Correção e Documentação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0">
                <a:solidFill>
                  <a:srgbClr val="C5B8D7"/>
                </a:solidFill>
                <a:latin typeface="Aptos"/>
              </a:rPr>
              <a:t>Pedidos usados para estabilizar o projeto e gerar os artefatos finais.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C5B8D7"/>
                </a:solidFill>
                <a:latin typeface="Aptos"/>
              </a:rPr>
              <a:t>FinView AI - Apresentação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C5B8D7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Correções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"o git bloqueou meu commit"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"renda variável dá erro 500"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"testa o python manage.py runserve"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segredo removido do versionamento, fallback de renda e validação local.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Documentação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"explique toda a estrutura do projeto"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"gere um pdf"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"faça um prompt para desenhar um fluxograma"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documentação técnica, fluxos e material de apoio.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508760"/>
            <a:ext cx="3154680" cy="416052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7" y="1655064"/>
            <a:ext cx="27523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Apresentação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7" y="2011680"/>
            <a:ext cx="2752344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"consegue gerar uma apresentação tbm?"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"implemente o fluxograma e a estrutura do projeto"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"foi citado a utilização do Codex?"</a:t>
            </a:r>
          </a:p>
          <a:p>
            <a:pPr>
              <a:spcAft>
                <a:spcPts val="600"/>
              </a:spcAft>
            </a:pPr>
            <a:r>
              <a:rPr sz="1019">
                <a:solidFill>
                  <a:srgbClr val="C5B8D7"/>
                </a:solidFill>
                <a:latin typeface="Aptos"/>
              </a:rPr>
              <a:t>Resultado: apresentação com arquitetura, fluxos, IA, deploy, Codex e GPT-5.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4A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5F0FF"/>
                </a:solidFill>
                <a:latin typeface="Aptos"/>
              </a:rPr>
              <a:t>Prompt de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C5B8D7"/>
                </a:solidFill>
                <a:latin typeface="Aptos"/>
              </a:rPr>
              <a:t>Resumo do pedido usado para orientar a prototipação visual do FinView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C5B8D7"/>
                </a:solidFill>
                <a:latin typeface="Aptos"/>
              </a:rPr>
              <a:t>FinView AI - Apresentação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C5B8D7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Objetivo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29968"/>
            <a:ext cx="2935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Criar o front-end completo de uma plataforma financeira pessoal com IA.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Transmitir aparência de fintech moderna, confiável, tecnológica e premium.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Usar dados simulados para validar navegação, dashboard e recomendações.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09344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Stack sugerida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29968"/>
            <a:ext cx="2935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React, Vite, Tailwind CSS e React Router.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Three.js, React Three Fiber e Drei para elementos 3D leves.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Motion/Framer Motion e gráficos com Recharts ou simulações.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609344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Telas e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029968"/>
            <a:ext cx="2935224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Landing, login, cadastro, entrada mensal, gastos, dashboard e perfil.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Dashboard com cards financeiros, gráficos, alertas e painel lateral de IA.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Interface responsiva com glassmorphism, microinterações e animações suaves.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"/>
          </a:xfrm>
          <a:prstGeom prst="rect">
            <a:avLst/>
          </a:prstGeom>
          <a:solidFill>
            <a:srgbClr val="4A3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5F0FF"/>
                </a:solidFill>
                <a:latin typeface="Aptos"/>
              </a:rPr>
              <a:t>Metas Financeiras com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C5B8D7"/>
                </a:solidFill>
                <a:latin typeface="Aptos"/>
              </a:rPr>
              <a:t>A meta transforma o objetivo geral em um plano mensurável.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C5B8D7"/>
                </a:solidFill>
                <a:latin typeface="Aptos"/>
              </a:rPr>
              <a:t>FinView AI - Apresentação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C5B8D7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463040"/>
            <a:ext cx="73152" cy="4343400"/>
          </a:xfrm>
          <a:prstGeom prst="roundRect">
            <a:avLst/>
          </a:prstGeom>
          <a:solidFill>
            <a:srgbClr val="BE4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609344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O que o usuário cadastra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029968"/>
            <a:ext cx="2898648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Nome da meta, como Reserva de emergência.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Valor alvo, valor já guardado e prazo desejado.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Tipo, prioridade e observações da meta.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73152" cy="4343400"/>
          </a:xfrm>
          <a:prstGeom prst="roundRect">
            <a:avLst/>
          </a:prstGeom>
          <a:solidFill>
            <a:srgbClr val="24C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609344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O que o sistema calcula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029968"/>
            <a:ext cx="2898648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Valor restante para alcançar a meta.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Percentual concluído e meses restantes.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Quanto precisa guardar por mês para chegar no prazo.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337560" cy="4343400"/>
          </a:xfrm>
          <a:prstGeom prst="roundRect">
            <a:avLst/>
          </a:prstGeom>
          <a:solidFill>
            <a:srgbClr val="1F1131"/>
          </a:solidFill>
          <a:ln w="12700">
            <a:solidFill>
              <a:srgbClr val="4A3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463040"/>
            <a:ext cx="73152" cy="4343400"/>
          </a:xfrm>
          <a:prstGeom prst="roundRect">
            <a:avLst/>
          </a:prstGeom>
          <a:solidFill>
            <a:srgbClr val="3DB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609344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0FF"/>
                </a:solidFill>
                <a:latin typeface="Aptos"/>
              </a:rPr>
              <a:t>Como a IA usa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029968"/>
            <a:ext cx="2898648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Cruza meta com renda, gastos, saldo e categorias.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Avalia se o prazo é viável no cenário atual.</a:t>
            </a:r>
          </a:p>
          <a:p>
            <a:pPr>
              <a:spcAft>
                <a:spcPts val="700"/>
              </a:spcAft>
            </a:pPr>
            <a:r>
              <a:rPr sz="1080">
                <a:solidFill>
                  <a:srgbClr val="C5B8D7"/>
                </a:solidFill>
                <a:latin typeface="Aptos"/>
              </a:rPr>
              <a:t>Sugere reduções, ajustes de prazo ou ações práticas.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